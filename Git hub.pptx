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1:04:31.1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1:16:32.9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 24387,'11511'0'0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1:16:48.5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0 23619,'-27'1433'0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1:17:03.9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 24017,'11702'0'0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1:17:13.5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24097,'27'1460'0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1:17:17.4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1:17:30.3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C2845-8983-E618-601B-0EC04F0EB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E42ED-909F-3ECF-CE8E-14F4499AE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4C929-2310-7823-1D0A-7328BB05A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5B2B-F334-4A12-B670-603E369149F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695C1-880B-0C0A-B8A3-A3D4F706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FAF7-A2C4-72BD-BA5A-86E6E4F2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BAF5-343F-44DF-BED4-70D5E7489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84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51950-69BA-D80E-30B5-010B9E053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69DE1-7369-C2CA-9E14-EA87EF055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A4299-2ADF-722F-ABE9-D26CB266B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5B2B-F334-4A12-B670-603E369149F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73B45-574D-1ED4-F7E4-DE6426D04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D77BF-72A9-F1A6-BB3E-D017A93A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BAF5-343F-44DF-BED4-70D5E7489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40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43186-A19F-F310-EEAD-153B689C1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E0246-9F8B-CF39-F5D9-A035D358E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76E95-56F0-5E35-5368-EF4B0B0E4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5B2B-F334-4A12-B670-603E369149F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416CF-EAED-A332-A124-8CAC5AF5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5BF82-79E5-5836-2779-E6E12CFE4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BAF5-343F-44DF-BED4-70D5E7489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71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D7133-340D-ABFA-C687-909EBE47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EFEA0-08F5-6AD9-1FC5-D66998288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0C4AF-747C-3133-B52F-54D5DE371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5E345-3EEA-5711-0244-E04BA021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5B2B-F334-4A12-B670-603E369149F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927A9-AABC-B18A-13F6-8D638853B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182A5-7015-E533-2FD1-0C60D1A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BAF5-343F-44DF-BED4-70D5E7489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83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326D-5081-DD0A-BA61-361DA116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C262C-E2FD-F5EB-528D-195939FC1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1E611-4230-094A-0D2A-7C1EF6683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B22C79-B9BB-34EC-A606-EEE2AEB66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5C6F59-094A-75CD-39F0-F6F9F38E5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1991C7-A0BE-F70D-80D3-1A9D0CD14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5B2B-F334-4A12-B670-603E369149F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51CE9C-03A2-E188-97E5-D9E9AB1C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43D2C1-41B5-76E5-488F-8278C9070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BAF5-343F-44DF-BED4-70D5E7489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6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4DF53-DAF1-FCA7-640F-E97D5134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4E1A6-BF62-E872-DA67-B7956BED7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5B2B-F334-4A12-B670-603E369149F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4661CB-C174-050E-8BB5-B155AF19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5E6C6-E844-747B-2B6B-6861CCF2D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BAF5-343F-44DF-BED4-70D5E7489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4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4962D-6764-876C-EABE-F6A692C6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5B2B-F334-4A12-B670-603E369149F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BE6F61-F3CF-CF03-E681-9D49172FA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6F575-4329-4677-2919-51E85BFCA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BAF5-343F-44DF-BED4-70D5E7489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9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19DBC-D1E8-B269-7DD0-ED6EB07DC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4B578-C146-B950-D668-6CD3E3AE7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E6982-9420-8A16-DF9B-A3113B7ED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1035F-80D5-F440-049B-E81002EA0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5B2B-F334-4A12-B670-603E369149F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37109-532C-00FB-41B1-F732D0831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61F80-67A6-16A5-3325-2631CDED9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BAF5-343F-44DF-BED4-70D5E7489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3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CFD93-0838-4A5D-2B1B-35F06B4EC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436AD9-3EA6-46DF-92CC-4DB2814DF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D1EB8-0E27-141D-030C-F3235521A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3B88E-D2A6-DB00-F3F6-760164C94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5B2B-F334-4A12-B670-603E369149F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1DDC5-9D64-7C24-A28D-3EEFD7CC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E7021-6FAF-39CC-8279-7218F7347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BAF5-343F-44DF-BED4-70D5E7489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040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09ECD-D70B-465C-FE5C-7BC0E5CE4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E6D42-13C4-A1E5-5531-E074D859C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95AD7-878F-5A50-5EA3-286BAA68C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5B2B-F334-4A12-B670-603E369149F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BC54F-82CC-B5C6-4384-C73BFEE48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635B7-B761-2E07-3786-0D45071AB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BAF5-343F-44DF-BED4-70D5E7489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7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E23582-3C6D-37F0-972B-5920BB5F4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95A4E-8C20-80A7-84E1-633F527C8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167C2-69F1-B3C4-872F-DB697D297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5B2B-F334-4A12-B670-603E369149F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DE0B8-D118-D588-FA6D-87010F1B9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DB0C7-2902-039E-A4FA-68FB8EFA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BAF5-343F-44DF-BED4-70D5E7489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9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3761C7-50C5-C354-38F6-1DF34592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B1367-9F8B-7C85-B06E-30702A020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B191A-DAEF-3FF9-97B0-5B372070A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F5B2B-F334-4A12-B670-603E369149F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C9B4C-646A-5802-774C-A53D47D01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A773D-90C2-D780-EBC5-D56B04584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DBAF5-343F-44DF-BED4-70D5E7489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0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DF5F0D-6C0D-3DA1-6355-4DEB2E81D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996" y="1773238"/>
            <a:ext cx="9144000" cy="1655762"/>
          </a:xfrm>
        </p:spPr>
        <p:txBody>
          <a:bodyPr>
            <a:normAutofit/>
          </a:bodyPr>
          <a:lstStyle/>
          <a:p>
            <a:r>
              <a:rPr lang="en-US" sz="4800" b="1" dirty="0"/>
              <a:t>Git And GitHub</a:t>
            </a:r>
          </a:p>
        </p:txBody>
      </p:sp>
    </p:spTree>
    <p:extLst>
      <p:ext uri="{BB962C8B-B14F-4D97-AF65-F5344CB8AC3E}">
        <p14:creationId xmlns:p14="http://schemas.microsoft.com/office/powerpoint/2010/main" val="185748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275AE-BDE3-96D2-D9FD-799A2760B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1285"/>
            <a:ext cx="10515600" cy="58656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Git is a version control system.</a:t>
            </a:r>
          </a:p>
          <a:p>
            <a:pPr marL="0" indent="0">
              <a:buNone/>
            </a:pPr>
            <a:r>
              <a:rPr lang="en-US" sz="2400" dirty="0"/>
              <a:t>Git is a tool that helps us save our code, track changes, and go back to old versions if something goes wrong.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u="sng" dirty="0"/>
              <a:t>Why Git is used:</a:t>
            </a:r>
          </a:p>
          <a:p>
            <a:r>
              <a:rPr lang="en-US" sz="2400" dirty="0"/>
              <a:t>To keep a history of code changes</a:t>
            </a:r>
          </a:p>
          <a:p>
            <a:r>
              <a:rPr lang="en-US" sz="2400" dirty="0"/>
              <a:t>To work safely without losing code</a:t>
            </a:r>
          </a:p>
          <a:p>
            <a:r>
              <a:rPr lang="en-US" sz="2400" dirty="0"/>
              <a:t>To allow many people to work on the same project</a:t>
            </a:r>
          </a:p>
          <a:p>
            <a:r>
              <a:rPr lang="en-US" sz="2400" dirty="0"/>
              <a:t>To undo mistakes easily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86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3DCC5-33C6-5DB9-38B7-CE978B331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9651"/>
            <a:ext cx="10515600" cy="580731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GitHub is an online platform (website) that stores Git projects.</a:t>
            </a:r>
          </a:p>
          <a:p>
            <a:pPr marL="0" indent="0">
              <a:buNone/>
            </a:pPr>
            <a:r>
              <a:rPr lang="en-US" sz="2400" dirty="0"/>
              <a:t>GitHub is like Google Drive for code, where we upload our Git projects and share them with others.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u="sng" dirty="0"/>
              <a:t>Why GitHub is used:</a:t>
            </a:r>
          </a:p>
          <a:p>
            <a:r>
              <a:rPr lang="en-US" sz="2400" dirty="0"/>
              <a:t>To store code online</a:t>
            </a:r>
          </a:p>
          <a:p>
            <a:r>
              <a:rPr lang="en-US" sz="2400" dirty="0"/>
              <a:t>To share code with team members</a:t>
            </a:r>
          </a:p>
          <a:p>
            <a:r>
              <a:rPr lang="en-US" sz="2400" dirty="0"/>
              <a:t>To work together on the same project</a:t>
            </a:r>
          </a:p>
          <a:p>
            <a:r>
              <a:rPr lang="en-US" sz="2400" dirty="0"/>
              <a:t>To keep a backup of code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953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B580-BF84-BBBB-CAE4-BA0E7B4A5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005"/>
            <a:ext cx="10515600" cy="574032"/>
          </a:xfrm>
        </p:spPr>
        <p:txBody>
          <a:bodyPr>
            <a:normAutofit/>
          </a:bodyPr>
          <a:lstStyle/>
          <a:p>
            <a:pPr algn="ctr"/>
            <a:r>
              <a:rPr 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Command To Upload 1</a:t>
            </a:r>
            <a:r>
              <a:rPr lang="en-US" sz="2800" b="1" u="sng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</a:t>
            </a:r>
            <a:r>
              <a:rPr 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Time Project In Git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B07B7-16A6-3708-B88E-1ED07731B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826" y="943583"/>
            <a:ext cx="11168974" cy="57198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To upload Project or code in Git First create folder with any name you can use Then </a:t>
            </a:r>
            <a:r>
              <a:rPr lang="en-US" b="1" dirty="0" err="1"/>
              <a:t>rightclick</a:t>
            </a:r>
            <a:r>
              <a:rPr lang="en-US" b="1" dirty="0"/>
              <a:t> and click  on open git bash here</a:t>
            </a:r>
          </a:p>
          <a:p>
            <a:pPr marL="0" indent="0">
              <a:buNone/>
            </a:pPr>
            <a:r>
              <a:rPr lang="en-US" dirty="0"/>
              <a:t>================================</a:t>
            </a:r>
          </a:p>
          <a:p>
            <a:pPr marL="0" indent="0">
              <a:buNone/>
            </a:pPr>
            <a:r>
              <a:rPr lang="en-US" dirty="0"/>
              <a:t>To Initialize Use Command</a:t>
            </a:r>
          </a:p>
          <a:p>
            <a:pPr marL="0" indent="0">
              <a:buNone/>
            </a:pPr>
            <a:r>
              <a:rPr lang="en-US" u="sng" dirty="0">
                <a:solidFill>
                  <a:srgbClr val="FF0000"/>
                </a:solidFill>
              </a:rPr>
              <a:t>Git </a:t>
            </a:r>
            <a:r>
              <a:rPr lang="en-US" u="sng" dirty="0" err="1">
                <a:solidFill>
                  <a:srgbClr val="FF0000"/>
                </a:solidFill>
              </a:rPr>
              <a:t>init</a:t>
            </a:r>
            <a:endParaRPr lang="en-US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============================</a:t>
            </a:r>
          </a:p>
          <a:p>
            <a:pPr marL="0" indent="0">
              <a:buNone/>
            </a:pPr>
            <a:r>
              <a:rPr lang="en-US" dirty="0"/>
              <a:t>To create File Use Command</a:t>
            </a:r>
          </a:p>
          <a:p>
            <a:pPr marL="0" indent="0">
              <a:buNone/>
            </a:pPr>
            <a:r>
              <a:rPr lang="en-US" dirty="0"/>
              <a:t>touch filename</a:t>
            </a:r>
          </a:p>
          <a:p>
            <a:pPr marL="0" indent="0">
              <a:buNone/>
            </a:pPr>
            <a:r>
              <a:rPr lang="en-US" u="sng" dirty="0" err="1">
                <a:solidFill>
                  <a:srgbClr val="FF0000"/>
                </a:solidFill>
              </a:rPr>
              <a:t>eg</a:t>
            </a:r>
            <a:r>
              <a:rPr lang="en-US" u="sng" dirty="0">
                <a:solidFill>
                  <a:srgbClr val="FF0000"/>
                </a:solidFill>
              </a:rPr>
              <a:t>- touch demo.txt</a:t>
            </a:r>
          </a:p>
          <a:p>
            <a:pPr marL="0" indent="0">
              <a:buNone/>
            </a:pPr>
            <a:r>
              <a:rPr lang="en-US" dirty="0"/>
              <a:t>==============================</a:t>
            </a:r>
          </a:p>
          <a:p>
            <a:pPr marL="0" indent="0">
              <a:buNone/>
            </a:pPr>
            <a:r>
              <a:rPr lang="en-US" dirty="0"/>
              <a:t>To insert data  and save data Use Command</a:t>
            </a:r>
          </a:p>
          <a:p>
            <a:pPr marL="0" indent="0">
              <a:buNone/>
            </a:pPr>
            <a:r>
              <a:rPr lang="en-US" u="sng" dirty="0">
                <a:solidFill>
                  <a:srgbClr val="FF0000"/>
                </a:solidFill>
              </a:rPr>
              <a:t>vi demo.txt</a:t>
            </a:r>
          </a:p>
          <a:p>
            <a:pPr marL="0" indent="0">
              <a:buNone/>
            </a:pPr>
            <a:r>
              <a:rPr lang="en-US" dirty="0"/>
              <a:t>Then click I button and insert </a:t>
            </a:r>
            <a:r>
              <a:rPr lang="en-US" dirty="0" err="1"/>
              <a:t>messang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Then click on ESC :</a:t>
            </a:r>
            <a:r>
              <a:rPr lang="en-US" dirty="0" err="1"/>
              <a:t>wq</a:t>
            </a:r>
            <a:r>
              <a:rPr lang="en-US" dirty="0"/>
              <a:t> button to save data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89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A7E15-1370-679C-1EA3-A340C037E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97" y="155643"/>
            <a:ext cx="11858017" cy="656617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To Check data Use Command</a:t>
            </a:r>
          </a:p>
          <a:p>
            <a:pPr marL="0" indent="0">
              <a:buNone/>
            </a:pPr>
            <a:r>
              <a:rPr lang="en-US" u="sng" dirty="0">
                <a:solidFill>
                  <a:srgbClr val="FF0000"/>
                </a:solidFill>
              </a:rPr>
              <a:t>cat demo.txt</a:t>
            </a:r>
          </a:p>
          <a:p>
            <a:pPr marL="0" indent="0">
              <a:buNone/>
            </a:pPr>
            <a:r>
              <a:rPr lang="en-US" dirty="0"/>
              <a:t>=======================</a:t>
            </a:r>
          </a:p>
          <a:p>
            <a:pPr marL="0" indent="0">
              <a:buNone/>
            </a:pPr>
            <a:r>
              <a:rPr lang="en-US" dirty="0"/>
              <a:t>to Set Configuration</a:t>
            </a:r>
          </a:p>
          <a:p>
            <a:pPr marL="0" indent="0">
              <a:buNone/>
            </a:pPr>
            <a:r>
              <a:rPr lang="en-US" u="sng" dirty="0">
                <a:solidFill>
                  <a:srgbClr val="FF0000"/>
                </a:solidFill>
              </a:rPr>
              <a:t>git config --global user.name "Rajni0501"</a:t>
            </a:r>
          </a:p>
          <a:p>
            <a:pPr marL="0" indent="0">
              <a:buNone/>
            </a:pPr>
            <a:r>
              <a:rPr lang="en-US" dirty="0"/>
              <a:t>=================================</a:t>
            </a:r>
          </a:p>
          <a:p>
            <a:pPr marL="0" indent="0">
              <a:buNone/>
            </a:pPr>
            <a:r>
              <a:rPr lang="en-US" dirty="0"/>
              <a:t>To set Configuration</a:t>
            </a:r>
          </a:p>
          <a:p>
            <a:pPr marL="0" indent="0">
              <a:buNone/>
            </a:pPr>
            <a:r>
              <a:rPr lang="en-US" u="sng" dirty="0">
                <a:solidFill>
                  <a:srgbClr val="FF0000"/>
                </a:solidFill>
              </a:rPr>
              <a:t>git config --global </a:t>
            </a:r>
            <a:r>
              <a:rPr lang="en-US" u="sng" dirty="0" err="1">
                <a:solidFill>
                  <a:srgbClr val="FF0000"/>
                </a:solidFill>
              </a:rPr>
              <a:t>user.email</a:t>
            </a:r>
            <a:r>
              <a:rPr lang="en-US" u="sng" dirty="0">
                <a:solidFill>
                  <a:srgbClr val="FF0000"/>
                </a:solidFill>
              </a:rPr>
              <a:t> "rajnipethe@gmail.com"</a:t>
            </a:r>
          </a:p>
          <a:p>
            <a:pPr marL="0" indent="0">
              <a:buNone/>
            </a:pPr>
            <a:r>
              <a:rPr lang="en-US" dirty="0"/>
              <a:t>==============================</a:t>
            </a:r>
          </a:p>
          <a:p>
            <a:pPr marL="0" indent="0">
              <a:buNone/>
            </a:pPr>
            <a:r>
              <a:rPr lang="en-US" dirty="0"/>
              <a:t>To Add project of file in git hub Use Command</a:t>
            </a:r>
          </a:p>
          <a:p>
            <a:pPr marL="0" indent="0">
              <a:buNone/>
            </a:pPr>
            <a:r>
              <a:rPr lang="en-US" u="sng" dirty="0">
                <a:solidFill>
                  <a:srgbClr val="FF0000"/>
                </a:solidFill>
              </a:rPr>
              <a:t>git add .</a:t>
            </a:r>
          </a:p>
          <a:p>
            <a:pPr marL="0" indent="0">
              <a:buNone/>
            </a:pPr>
            <a:r>
              <a:rPr lang="en-US" dirty="0"/>
              <a:t>===========================</a:t>
            </a:r>
            <a:endParaRPr lang="en-US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To commit File</a:t>
            </a:r>
          </a:p>
          <a:p>
            <a:pPr marL="0" indent="0">
              <a:buNone/>
            </a:pPr>
            <a:r>
              <a:rPr lang="en-US" u="sng" dirty="0">
                <a:solidFill>
                  <a:srgbClr val="FF0000"/>
                </a:solidFill>
              </a:rPr>
              <a:t>git commit -m "my first commit“</a:t>
            </a:r>
          </a:p>
          <a:p>
            <a:pPr marL="0" indent="0">
              <a:buNone/>
            </a:pPr>
            <a:r>
              <a:rPr lang="en-US" dirty="0"/>
              <a:t>==========================================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To Check Status Use Command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u="sng" dirty="0">
                <a:solidFill>
                  <a:srgbClr val="FF0000"/>
                </a:solidFill>
              </a:rPr>
              <a:t>git status</a:t>
            </a:r>
          </a:p>
          <a:p>
            <a:pPr marL="0" indent="0">
              <a:buNone/>
            </a:pPr>
            <a:endParaRPr lang="en-US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895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751-4099-22EA-D970-5D888D395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915" y="136187"/>
            <a:ext cx="11916383" cy="65758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Then copy 3 last command from </a:t>
            </a: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 err="1"/>
              <a:t>Repositoty</a:t>
            </a:r>
            <a:r>
              <a:rPr lang="en-US" dirty="0"/>
              <a:t> Page for reference check below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7145E-F9D7-5E10-B74B-88BAD0DEF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4" t="10071" r="1197" b="5674"/>
          <a:stretch>
            <a:fillRect/>
          </a:stretch>
        </p:blipFill>
        <p:spPr>
          <a:xfrm>
            <a:off x="129702" y="1089499"/>
            <a:ext cx="11712102" cy="46977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E32692F-FF97-9F5E-F66D-675ED5467B19}"/>
                  </a:ext>
                </a:extLst>
              </p14:cNvPr>
              <p14:cNvContentPartPr/>
              <p14:nvPr/>
            </p14:nvContentPartPr>
            <p14:xfrm>
              <a:off x="6011364" y="6555845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E32692F-FF97-9F5E-F66D-675ED5467B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07044" y="6551525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E733018-CC3E-ADF4-E514-58EC4FDDEC00}"/>
                  </a:ext>
                </a:extLst>
              </p14:cNvPr>
              <p14:cNvContentPartPr/>
              <p14:nvPr/>
            </p14:nvContentPartPr>
            <p14:xfrm>
              <a:off x="1351524" y="5262005"/>
              <a:ext cx="4144680" cy="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E733018-CC3E-ADF4-E514-58EC4FDDEC0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47204" y="5253365"/>
                <a:ext cx="41533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F9AA31A-BF8E-8B82-7792-62D81A3BF000}"/>
                  </a:ext>
                </a:extLst>
              </p14:cNvPr>
              <p14:cNvContentPartPr/>
              <p14:nvPr/>
            </p14:nvContentPartPr>
            <p14:xfrm>
              <a:off x="1342164" y="5301245"/>
              <a:ext cx="9720" cy="5162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F9AA31A-BF8E-8B82-7792-62D81A3BF00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37844" y="5296925"/>
                <a:ext cx="1836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9059608-3DE2-EE15-6E59-B1667E96F6B0}"/>
                  </a:ext>
                </a:extLst>
              </p14:cNvPr>
              <p14:cNvContentPartPr/>
              <p14:nvPr/>
            </p14:nvContentPartPr>
            <p14:xfrm>
              <a:off x="1390764" y="5806685"/>
              <a:ext cx="4212720" cy="7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9059608-3DE2-EE15-6E59-B1667E96F6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86444" y="5798045"/>
                <a:ext cx="4221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739309A-DAAE-6E4B-4C4E-24C95FEF8ACC}"/>
                  </a:ext>
                </a:extLst>
              </p14:cNvPr>
              <p14:cNvContentPartPr/>
              <p14:nvPr/>
            </p14:nvContentPartPr>
            <p14:xfrm>
              <a:off x="5544444" y="5262005"/>
              <a:ext cx="10080" cy="5256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739309A-DAAE-6E4B-4C4E-24C95FEF8AC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39764" y="5257685"/>
                <a:ext cx="18720" cy="53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AE7902B-793B-0A93-5C02-1E5F1DDE0547}"/>
                  </a:ext>
                </a:extLst>
              </p14:cNvPr>
              <p14:cNvContentPartPr/>
              <p14:nvPr/>
            </p14:nvContentPartPr>
            <p14:xfrm>
              <a:off x="-369996" y="2937125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AE7902B-793B-0A93-5C02-1E5F1DDE05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74316" y="2932805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1AB3EB9-1F84-50C6-4592-78ED41709435}"/>
                  </a:ext>
                </a:extLst>
              </p14:cNvPr>
              <p14:cNvContentPartPr/>
              <p14:nvPr/>
            </p14:nvContentPartPr>
            <p14:xfrm>
              <a:off x="2849844" y="398405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1AB3EB9-1F84-50C6-4592-78ED417094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45524" y="394085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38AD87C5-536C-3B36-40D7-B46DD9E2E239}"/>
              </a:ext>
            </a:extLst>
          </p:cNvPr>
          <p:cNvSpPr txBox="1"/>
          <p:nvPr/>
        </p:nvSpPr>
        <p:spPr>
          <a:xfrm>
            <a:off x="408561" y="6080147"/>
            <a:ext cx="9016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Then Refresh Your Git Hub Page and You will see your project Or File is Uploaded in Repository</a:t>
            </a:r>
          </a:p>
        </p:txBody>
      </p:sp>
    </p:spTree>
    <p:extLst>
      <p:ext uri="{BB962C8B-B14F-4D97-AF65-F5344CB8AC3E}">
        <p14:creationId xmlns:p14="http://schemas.microsoft.com/office/powerpoint/2010/main" val="1320067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8085C-BB84-3FEE-0DF6-6A97013D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844"/>
            <a:ext cx="10515600" cy="52019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Command To Upload Project or Code 2</a:t>
            </a:r>
            <a:r>
              <a:rPr lang="en-US" sz="3600" b="1" u="sng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</a:t>
            </a:r>
            <a:r>
              <a:rPr lang="en-US" sz="3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68391-8D6B-7046-B693-8B35DEF80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87" y="846306"/>
            <a:ext cx="11217613" cy="57587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Open Your Project Folder from Your </a:t>
            </a:r>
            <a:r>
              <a:rPr lang="en-US" dirty="0" err="1"/>
              <a:t>Sysytem</a:t>
            </a:r>
            <a:r>
              <a:rPr lang="en-US" dirty="0"/>
              <a:t> then </a:t>
            </a:r>
            <a:r>
              <a:rPr lang="en-US" dirty="0" err="1"/>
              <a:t>RightClick</a:t>
            </a:r>
            <a:r>
              <a:rPr lang="en-US" dirty="0"/>
              <a:t> and click on Open Git bash here Option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Then Use Command </a:t>
            </a:r>
            <a:r>
              <a:rPr lang="en-US" u="sng" dirty="0">
                <a:solidFill>
                  <a:srgbClr val="FF0000"/>
                </a:solidFill>
              </a:rPr>
              <a:t>git Init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 err="1"/>
              <a:t>Comman</a:t>
            </a:r>
            <a:r>
              <a:rPr lang="en-US" dirty="0"/>
              <a:t> </a:t>
            </a:r>
            <a:r>
              <a:rPr lang="en-US" u="sng" dirty="0">
                <a:solidFill>
                  <a:srgbClr val="FF0000"/>
                </a:solidFill>
              </a:rPr>
              <a:t>Git add 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Command </a:t>
            </a:r>
            <a:r>
              <a:rPr lang="en-US" u="sng" dirty="0">
                <a:solidFill>
                  <a:srgbClr val="FF0000"/>
                </a:solidFill>
              </a:rPr>
              <a:t>Git commit –m “Any Message”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Command </a:t>
            </a:r>
            <a:r>
              <a:rPr lang="en-US" u="sng" dirty="0">
                <a:solidFill>
                  <a:srgbClr val="FF0000"/>
                </a:solidFill>
              </a:rPr>
              <a:t>Git status </a:t>
            </a:r>
            <a:r>
              <a:rPr lang="en-US" dirty="0"/>
              <a:t>To check file status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Then copy command from repositor as shown in previous slide and your project will get push in repository</a:t>
            </a:r>
          </a:p>
        </p:txBody>
      </p:sp>
    </p:spTree>
    <p:extLst>
      <p:ext uri="{BB962C8B-B14F-4D97-AF65-F5344CB8AC3E}">
        <p14:creationId xmlns:p14="http://schemas.microsoft.com/office/powerpoint/2010/main" val="2777155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AAC6F-D715-7126-8661-B55A7CDEC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9540"/>
            <a:ext cx="10515600" cy="2320047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b="1" u="sng" dirty="0">
                <a:solidFill>
                  <a:srgbClr val="FF0000"/>
                </a:solidFill>
              </a:rPr>
              <a:t>THE END</a:t>
            </a:r>
            <a:br>
              <a:rPr lang="en-US" b="1" u="sng" dirty="0">
                <a:solidFill>
                  <a:srgbClr val="FF0000"/>
                </a:solidFill>
              </a:rPr>
            </a:br>
            <a:r>
              <a:rPr lang="en-US" b="1" u="sng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0504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396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Command To Upload 1st Time Project In Git Repository</vt:lpstr>
      <vt:lpstr>PowerPoint Presentation</vt:lpstr>
      <vt:lpstr>PowerPoint Presentation</vt:lpstr>
      <vt:lpstr>Command To Upload Project or Code 2nd Time </vt:lpstr>
      <vt:lpstr>THE END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Rajni Pethe</dc:creator>
  <cp:lastModifiedBy>Rajni Pethe</cp:lastModifiedBy>
  <cp:revision>7</cp:revision>
  <dcterms:created xsi:type="dcterms:W3CDTF">2026-01-19T11:13:44Z</dcterms:created>
  <dcterms:modified xsi:type="dcterms:W3CDTF">2026-01-24T14:20:07Z</dcterms:modified>
</cp:coreProperties>
</file>